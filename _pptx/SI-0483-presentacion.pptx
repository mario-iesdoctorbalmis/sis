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468880"/>
            <a:ext cx="11777472" cy="54864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SISTEMAS INFORMATICOS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E8F4"/>
                </a:solidFill>
              </a:rPr>
              <a:t>Modulo profesional  |  Cod. 0483  |  CFGS 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F4"/>
                </a:solidFill>
              </a:rPr>
              <a:t>100 horas  |  Curso 2025 - 2026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F4"/>
                </a:solidFill>
              </a:rPr>
              <a:t>Departamento de Informatica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Que estudiaremos este curso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658368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80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</a:rPr>
              <a:t>UT1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2801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HARDWARE Y ARQUITECTURA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75104"/>
            <a:ext cx="5394960" cy="658368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06654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</a:rPr>
              <a:t>UT2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06654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SISTEMAS OPERATIVOS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61488"/>
            <a:ext cx="5394960" cy="658368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529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</a:rPr>
              <a:t>UT3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85292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GESTION DE ARCHIVOS Y ALMACENAMIENTO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47872"/>
            <a:ext cx="5394960" cy="658368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6393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</a:rPr>
              <a:t>UT4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63931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GESTION DE USUARIOS Y SCRIPTING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188720"/>
            <a:ext cx="5394960" cy="658368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1280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</a:rPr>
              <a:t>UT5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12801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SISTEMAS EN RED - CONFIGURACION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975104"/>
            <a:ext cx="5394960" cy="658368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206654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</a:rPr>
              <a:t>UT6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206654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GESTION DE RECURSOS EN 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761488"/>
            <a:ext cx="5394960" cy="658368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8529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</a:rPr>
              <a:t>UT7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285292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APLICACIONES INFORMATICAS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D600"/>
                </a:solidFill>
              </a:rPr>
              <a:t>UT1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HARDWARE Y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E8F4"/>
                </a:solidFill>
              </a:rPr>
              <a:t>RA1 - Evalua sistemas informaticos identificando sus componentes y caracteristicas.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2"/>
                </a:solidFill>
              </a:rPr>
              <a:t>Contenidos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Componentes del sistema: CPU, RAM, placa base, GPU, almacenamiento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Fuentes de alimentacion, cajas y perifericos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Tipos de redes, topologias, cableado y conectores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RAID: niveles y casos de uso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Normas de seguridad y prevencion de riesgos laborales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D600"/>
                </a:solidFill>
              </a:rPr>
              <a:t>UT2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SISTEMAS OPERATIVOS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E8F4"/>
                </a:solidFill>
              </a:rPr>
              <a:t>RA2 - Instala sistemas operativos planificando el proceso e interpretando documentacion tecnica.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2"/>
                </a:solidFill>
              </a:rPr>
              <a:t>Contenidos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Funciones y tipos de SO - licencias de software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Gestores de arranque: GRUB, Windows Boot Manager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Instalacion de Windows y Linux paso a paso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Maquinas virtuales con VirtualBox e Hyper-V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Actualizacion, recuperacion y reinstalacion del sistema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D600"/>
                </a:solidFill>
              </a:rPr>
              <a:t>UT3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GESTION DE ARCHIVOS Y ALMACENAMIENTO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E8F4"/>
                </a:solidFill>
              </a:rPr>
              <a:t>RA3 - Gestiona la informacion del sistema identificando estructuras de almacenamiento.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2"/>
                </a:solidFill>
              </a:rPr>
              <a:t>Contenidos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Sistemas de archivos: NTFS, ext4, FAT32, exFAT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Estructura de directorios Windows / Linux (FHS)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Particiones, LVM y volumenes dinamicos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Copias de seguridad: completa, diferencial, incremental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Automatizacion: Cron, Programador de tareas, n8n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CLI: PowerShell y Bash - comandos esenciales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D600"/>
                </a:solidFill>
              </a:rPr>
              <a:t>UT4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GESTION DE USUARIOS Y SCRIPTING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E8F4"/>
                </a:solidFill>
              </a:rPr>
              <a:t>RA4 - Gestiona sistemas operativos utilizando comandos y herramientas graficas.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2"/>
                </a:solidFill>
              </a:rPr>
              <a:t>Contenidos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Usuarios y grupos locales en Windows y Linux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Permisos NTFS y permisos Linux (chmod, chown)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Permisos especiales: SUID, SGID, Sticky Bit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Directivas de grupo y auditoria (gpedit, auditd)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Procesos y servicios (systemctl, Administrador de tareas)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Scripting Bash: variables, bucles, condicionales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D600"/>
                </a:solidFill>
              </a:rPr>
              <a:t>UT5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SISTEMAS EN RED - CONFIGURACION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E8F4"/>
                </a:solidFill>
              </a:rPr>
              <a:t>RA5 - Interconecta sistemas en red configurando dispositivos y protocolos.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2"/>
                </a:solidFill>
              </a:rPr>
              <a:t>Contenidos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Modelo TCP/IP: capas, protocolos y encapsulacion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IPv4: clases, CIDR, mascara, gateway, ARP, NAT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IPv6 y mecanismos de transicion (SLAAC, dual-stack)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Puertos: well-known, registrados, dinamicos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DHCP (DORA), DNS (jerarquia, cache, TTL)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Comandos: ipconfig, ping, tracert, nslookup, netstat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SSH vs Telnet - conexion segura y port forwarding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D600"/>
                </a:solidFill>
              </a:rPr>
              <a:t>UT6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GESTION DE RECURSOS EN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E8F4"/>
                </a:solidFill>
              </a:rPr>
              <a:t>RA6 - Opera sistemas en red gestionando sus recursos e identificando restricciones de seguridad.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2"/>
                </a:solidFill>
              </a:rPr>
              <a:t>Contenidos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Permisos de red vs permisos locales - herencia y ACL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Derechos de usuario y requisitos de seguridad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Servidores de ficheros, impresion y aplicaciones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Tecnicas de conexion remota: SSH, RDP, VNC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Cortafuegos - configuracion basica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D600"/>
                </a:solidFill>
              </a:rPr>
              <a:t>UT7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APLICACIONES INFORMATICAS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E8F4"/>
                </a:solidFill>
              </a:rPr>
              <a:t>RA7 - Elabora documentacion valorando aplicaciones informaticas de proposito general.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D2"/>
                </a:solidFill>
              </a:rPr>
              <a:t>Contenidos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Clasificacion del software por licencia y proposito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Herramientas ofimaticas y de Internet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Antivirus, recuperacion de datos y mantenimiento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Documentacion tecnica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Servicios de correo, mensajeria y transferencia de ficheros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Evaluacion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2560320" cy="246888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560320" cy="54864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600"/>
                </a:solidFill>
              </a:rPr>
              <a:t>40 %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Examenes tipo test
(Aules/Moodle)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560320" cy="246888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8988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600"/>
                </a:solidFill>
              </a:rPr>
              <a:t>40 %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317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Practicas y
actividades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2560320" cy="246888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2560320" cy="54864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38988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600"/>
                </a:solidFill>
              </a:rPr>
              <a:t>10 %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Cuaderno /
documentacion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560320" cy="246888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280160"/>
            <a:ext cx="2560320" cy="54864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38988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600"/>
                </a:solidFill>
              </a:rPr>
              <a:t>10 %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3317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Actitud y
participacion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776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</a:rPr>
              <a:t>Nota minima para aprobar: 5 en cada instrumento de evaluacion.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</a:rPr>
              <a:t>La no entrega de practicas implica calificacion 0 en ese bloque.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Herramientas y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BD2"/>
                </a:solidFill>
              </a:rPr>
              <a:t>Herramientas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Aules (Moodle) - apuntes, test y entregas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VirtualBox / Hyper-V - maquinas virtuales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Windows 10/11 + Ubuntu / Debian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Visual Studio Code + extensiones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GitHub Copilot para apoyo en scripting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BD2"/>
                </a:solidFill>
              </a:rPr>
              <a:t>Metodologia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Clases teorico-practicas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Retos en clase y aprendizaje activo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Practicas guiadas por unidad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Proyecto integrador final (UT6 + UT7)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 Documentacion tecnica como producto evaluable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108960"/>
            <a:ext cx="11777472" cy="54864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Empezamos!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E8F4"/>
                </a:solidFill>
              </a:rPr>
              <a:t>Sistemas Informaticos  |  0483  |  2025 - 2026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8BD2"/>
                </a:solidFill>
              </a:rPr>
              <a:t>Tienes alguna pregunta?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